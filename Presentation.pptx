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529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E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REPORT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932259"/>
            <a:ext cx="4952991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LOCAL INTRANET SYSTEM FOR STUDENT SERVICES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4318397"/>
            <a:ext cx="495299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AN-NAJAH NATIONAL UNIVERSITY</a:t>
            </a:r>
            <a:r>
              <a:rPr lang="en-US" sz="584" b="1" spc="1" kern="0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584" b="1" spc="1" kern="0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FACULTY OF INFORMATION TECHNOLOGY</a:t>
            </a:r>
            <a:endParaRPr lang="en-US" sz="584" dirty="0"/>
          </a:p>
        </p:txBody>
      </p:sp>
      <p:sp>
        <p:nvSpPr>
          <p:cNvPr id="6" name="Shape 3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E1E7EC"/>
          </a:solidFill>
          <a:ln/>
        </p:spPr>
      </p:sp>
      <p:sp>
        <p:nvSpPr>
          <p:cNvPr id="7" name="Shape 4"/>
          <p:cNvSpPr/>
          <p:nvPr/>
        </p:nvSpPr>
        <p:spPr>
          <a:xfrm>
            <a:off x="6095991" y="0"/>
            <a:ext cx="14288" cy="51435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6381741" y="1585913"/>
            <a:ext cx="247648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PRESENTED BY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381741" y="1769864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Ayoub Aghbar (12428124)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381741" y="1925241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Nsralla Dabeek (12428610)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381741" y="2294930"/>
            <a:ext cx="247648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COURSE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381741" y="2478881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Networks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381741" y="2634258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 10671473/2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381741" y="3003947"/>
            <a:ext cx="247648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INSTRUCTOR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381741" y="3187898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Jihad M. Hamamreh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0972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INTRODUCTION &amp; OVERVIEW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161877"/>
            <a:ext cx="552449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CONTEXT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2517279"/>
            <a:ext cx="552449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and implementing a </a:t>
            </a: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network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provide essential 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services without internet access.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3280209"/>
            <a:ext cx="552449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Simulating a real-world campus network environment using professional-grade open-source tools.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095991" y="1876127"/>
            <a:ext cx="3047981" cy="32673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095991" y="1876127"/>
            <a:ext cx="14288" cy="3267373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9" name="Text 6"/>
          <p:cNvSpPr/>
          <p:nvPr/>
        </p:nvSpPr>
        <p:spPr>
          <a:xfrm>
            <a:off x="6381741" y="2161877"/>
            <a:ext cx="21907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PRIMARY GOAL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6381741" y="2588716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1" name="Text 8"/>
          <p:cNvSpPr/>
          <p:nvPr/>
        </p:nvSpPr>
        <p:spPr>
          <a:xfrm>
            <a:off x="6381741" y="2517279"/>
            <a:ext cx="219073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Infrastructure</a:t>
            </a:r>
            <a:endParaRPr lang="en-US" sz="1159" dirty="0"/>
          </a:p>
        </p:txBody>
      </p:sp>
      <p:sp>
        <p:nvSpPr>
          <p:cNvPr id="12" name="Shape 9"/>
          <p:cNvSpPr/>
          <p:nvPr/>
        </p:nvSpPr>
        <p:spPr>
          <a:xfrm>
            <a:off x="6381741" y="2983046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741" y="2911608"/>
            <a:ext cx="219073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Environment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6381741" y="337737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5" name="Text 12"/>
          <p:cNvSpPr/>
          <p:nvPr/>
        </p:nvSpPr>
        <p:spPr>
          <a:xfrm>
            <a:off x="6381741" y="3305938"/>
            <a:ext cx="219073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Intranet</a:t>
            </a:r>
            <a:endParaRPr lang="en-US" sz="1159" dirty="0"/>
          </a:p>
        </p:txBody>
      </p:sp>
      <p:sp>
        <p:nvSpPr>
          <p:cNvPr id="16" name="Shape 13"/>
          <p:cNvSpPr/>
          <p:nvPr/>
        </p:nvSpPr>
        <p:spPr>
          <a:xfrm>
            <a:off x="6381741" y="377170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6381741" y="3700267"/>
            <a:ext cx="219073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Independence from Public Internet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OBJECTIVES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53301"/>
            <a:ext cx="3714750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 SERVICES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45159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36586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Announcement System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campus-wide updates.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321452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12879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Assignment Submission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streamlined student workflows.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571500" y="397745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89172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Repository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course materials and lecture notes.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857750" y="1853301"/>
            <a:ext cx="3714750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NETWORK GOALS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857750" y="245159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236586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Simulation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network routing and segmentation.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4857750" y="321452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0" y="312879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Integration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multiple disparate local services.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4857750" y="3977450"/>
            <a:ext cx="114300" cy="114300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0" y="3891725"/>
            <a:ext cx="3714750" cy="5486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&amp; Offline</a:t>
            </a:r>
            <a:r>
              <a:rPr lang="en-US" sz="126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to educational resources.</a:t>
            </a:r>
            <a:endParaRPr lang="en-US" sz="119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0972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NETWORK COMPONENTS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0" y="1891922"/>
            <a:ext cx="3047981" cy="32515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891922"/>
            <a:ext cx="14288" cy="325157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177672"/>
            <a:ext cx="21907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 LAN (STUDENTS)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71500" y="2625942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568792"/>
            <a:ext cx="219073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Point: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Simulated via a switch for student connectivity.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71500" y="3144534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087384"/>
            <a:ext cx="2190731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Devices: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Laptops and mobile devices used by students.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571500" y="386884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811693"/>
            <a:ext cx="219073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Segmented from the server network for security.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047981" y="1891922"/>
            <a:ext cx="3048009" cy="32515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047981" y="1891922"/>
            <a:ext cx="14288" cy="325157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5" name="Text 12"/>
          <p:cNvSpPr/>
          <p:nvPr/>
        </p:nvSpPr>
        <p:spPr>
          <a:xfrm>
            <a:off x="3333731" y="2177672"/>
            <a:ext cx="247650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2. SERVER NETWORK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3333731" y="2625942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3333731" y="2568792"/>
            <a:ext cx="2476509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Server: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core host for all intranet services.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3333731" y="3144534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9" name="Text 16"/>
          <p:cNvSpPr/>
          <p:nvPr/>
        </p:nvSpPr>
        <p:spPr>
          <a:xfrm>
            <a:off x="3333731" y="3087384"/>
            <a:ext cx="2476509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Hosting: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Flask, Apache, and Samba.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3333731" y="366312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8"/>
          <p:cNvSpPr/>
          <p:nvPr/>
        </p:nvSpPr>
        <p:spPr>
          <a:xfrm>
            <a:off x="3333731" y="3605975"/>
            <a:ext cx="2476509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Storage: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 SQLite database and file repository.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6095991" y="1891922"/>
            <a:ext cx="3047981" cy="32515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95991" y="1891922"/>
            <a:ext cx="14288" cy="325157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4" name="Text 21"/>
          <p:cNvSpPr/>
          <p:nvPr/>
        </p:nvSpPr>
        <p:spPr>
          <a:xfrm>
            <a:off x="6381741" y="2177672"/>
            <a:ext cx="21907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3. OPENWRT ROUTER</a:t>
            </a:r>
            <a:endParaRPr lang="en-US" sz="987" dirty="0"/>
          </a:p>
        </p:txBody>
      </p:sp>
      <p:sp>
        <p:nvSpPr>
          <p:cNvPr id="25" name="Shape 22"/>
          <p:cNvSpPr/>
          <p:nvPr/>
        </p:nvSpPr>
        <p:spPr>
          <a:xfrm>
            <a:off x="6381741" y="2625942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6" name="Text 23"/>
          <p:cNvSpPr/>
          <p:nvPr/>
        </p:nvSpPr>
        <p:spPr>
          <a:xfrm>
            <a:off x="6381741" y="2568792"/>
            <a:ext cx="219073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Control: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routing between LAN and Server zones.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6381741" y="3144534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8" name="Text 25"/>
          <p:cNvSpPr/>
          <p:nvPr/>
        </p:nvSpPr>
        <p:spPr>
          <a:xfrm>
            <a:off x="6381741" y="3087384"/>
            <a:ext cx="219073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Enforces security rules and access permissions.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6381741" y="366312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30" name="Text 27"/>
          <p:cNvSpPr/>
          <p:nvPr/>
        </p:nvSpPr>
        <p:spPr>
          <a:xfrm>
            <a:off x="6381741" y="3605975"/>
            <a:ext cx="219073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DNS/DHCP:</a:t>
            </a: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network addressing and resolution.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0972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NETWORK DESIGN - TOPOLOGY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646006"/>
            <a:ext cx="114300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02A4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06" y="2890679"/>
            <a:ext cx="357188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0113" y="3247867"/>
            <a:ext cx="4857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STUDENTS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(LAN)</a:t>
            </a:r>
            <a:endParaRPr lang="en-US" sz="68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463" y="3107671"/>
            <a:ext cx="214313" cy="21431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936738" y="2646006"/>
            <a:ext cx="114300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02A43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503" y="2890679"/>
            <a:ext cx="321469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83184" y="3247867"/>
            <a:ext cx="850106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SWITCH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(ACCESS POINT)</a:t>
            </a:r>
            <a:endParaRPr lang="en-US" sz="683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700" y="3107671"/>
            <a:ext cx="214313" cy="214313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301975" y="2646006"/>
            <a:ext cx="114300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02A43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3630588" y="3104992"/>
            <a:ext cx="4857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OPENWRT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(ROUTER)</a:t>
            </a:r>
            <a:endParaRPr lang="en-US" sz="683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938" y="3107671"/>
            <a:ext cx="214313" cy="214313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667213" y="2646006"/>
            <a:ext cx="114300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02A43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5838" y="2890679"/>
            <a:ext cx="285750" cy="2857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56547" y="3247867"/>
            <a:ext cx="364331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UBUNTU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SERVER</a:t>
            </a:r>
            <a:endParaRPr lang="en-US" sz="683" dirty="0"/>
          </a:p>
        </p:txBody>
      </p:sp>
      <p:sp>
        <p:nvSpPr>
          <p:cNvPr id="18" name="Text 9"/>
          <p:cNvSpPr/>
          <p:nvPr/>
        </p:nvSpPr>
        <p:spPr>
          <a:xfrm>
            <a:off x="571500" y="4074756"/>
            <a:ext cx="5524491" cy="28753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The switch simulates a wireless Access Point for student connectivity.</a:t>
            </a:r>
            <a:endParaRPr lang="en-US" sz="834" dirty="0"/>
          </a:p>
        </p:txBody>
      </p:sp>
      <p:sp>
        <p:nvSpPr>
          <p:cNvPr id="19" name="Shape 10"/>
          <p:cNvSpPr/>
          <p:nvPr/>
        </p:nvSpPr>
        <p:spPr>
          <a:xfrm>
            <a:off x="6095991" y="1579048"/>
            <a:ext cx="3047981" cy="35644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1"/>
          <p:cNvSpPr/>
          <p:nvPr/>
        </p:nvSpPr>
        <p:spPr>
          <a:xfrm>
            <a:off x="6095991" y="1579048"/>
            <a:ext cx="14288" cy="3564452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2"/>
          <p:cNvSpPr/>
          <p:nvPr/>
        </p:nvSpPr>
        <p:spPr>
          <a:xfrm>
            <a:off x="6381741" y="1864798"/>
            <a:ext cx="21907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FLOW LOGIC</a:t>
            </a:r>
            <a:endParaRPr lang="en-US" sz="987" dirty="0"/>
          </a:p>
        </p:txBody>
      </p:sp>
      <p:sp>
        <p:nvSpPr>
          <p:cNvPr id="22" name="Shape 13"/>
          <p:cNvSpPr/>
          <p:nvPr/>
        </p:nvSpPr>
        <p:spPr>
          <a:xfrm>
            <a:off x="6381741" y="227734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3" name="Text 14"/>
          <p:cNvSpPr/>
          <p:nvPr/>
        </p:nvSpPr>
        <p:spPr>
          <a:xfrm>
            <a:off x="6381741" y="2220199"/>
            <a:ext cx="2190731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connect via the simulated Access Point.</a:t>
            </a:r>
            <a:endParaRPr lang="en-US" sz="942" dirty="0"/>
          </a:p>
        </p:txBody>
      </p:sp>
      <p:sp>
        <p:nvSpPr>
          <p:cNvPr id="24" name="Shape 15"/>
          <p:cNvSpPr/>
          <p:nvPr/>
        </p:nvSpPr>
        <p:spPr>
          <a:xfrm>
            <a:off x="6381741" y="2831660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5" name="Text 16"/>
          <p:cNvSpPr/>
          <p:nvPr/>
        </p:nvSpPr>
        <p:spPr>
          <a:xfrm>
            <a:off x="6381741" y="2774510"/>
            <a:ext cx="2190731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routed through the OpenWrt firewall.</a:t>
            </a:r>
            <a:endParaRPr lang="en-US" sz="942" dirty="0"/>
          </a:p>
        </p:txBody>
      </p:sp>
      <p:sp>
        <p:nvSpPr>
          <p:cNvPr id="26" name="Shape 17"/>
          <p:cNvSpPr/>
          <p:nvPr/>
        </p:nvSpPr>
        <p:spPr>
          <a:xfrm>
            <a:off x="6381741" y="3385970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7" name="Text 18"/>
          <p:cNvSpPr/>
          <p:nvPr/>
        </p:nvSpPr>
        <p:spPr>
          <a:xfrm>
            <a:off x="6381741" y="3328820"/>
            <a:ext cx="2190731" cy="61715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OpenWrt manages segmentation between LAN and Server zones.</a:t>
            </a:r>
            <a:endParaRPr lang="en-US" sz="942" dirty="0"/>
          </a:p>
        </p:txBody>
      </p:sp>
      <p:sp>
        <p:nvSpPr>
          <p:cNvPr id="28" name="Shape 19"/>
          <p:cNvSpPr/>
          <p:nvPr/>
        </p:nvSpPr>
        <p:spPr>
          <a:xfrm>
            <a:off x="6381741" y="4145998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9" name="Text 20"/>
          <p:cNvSpPr/>
          <p:nvPr/>
        </p:nvSpPr>
        <p:spPr>
          <a:xfrm>
            <a:off x="6381741" y="4088848"/>
            <a:ext cx="2190731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are hosted centrally on the Ubuntu Server.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TECHNOLOGIES USED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2283349"/>
            <a:ext cx="2381241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INFRASTRUCTURE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714375" y="285306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928688" y="2795913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OpenWrt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928688" y="3011649"/>
            <a:ext cx="216692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Routing, Firewall, and Network Management.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714375" y="356741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9" name="Text 6"/>
          <p:cNvSpPr/>
          <p:nvPr/>
        </p:nvSpPr>
        <p:spPr>
          <a:xfrm>
            <a:off x="928688" y="3510260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Ubuntu Server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928688" y="3725996"/>
            <a:ext cx="216692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OS for hosting all intranet services.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395653" y="2283349"/>
            <a:ext cx="2366953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WEB SERVICES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3395653" y="285306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3" name="Text 10"/>
          <p:cNvSpPr/>
          <p:nvPr/>
        </p:nvSpPr>
        <p:spPr>
          <a:xfrm>
            <a:off x="3609966" y="2795913"/>
            <a:ext cx="215264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Flask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3609966" y="3011649"/>
            <a:ext cx="21526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framework for custom web applications.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3395653" y="356741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6" name="Text 13"/>
          <p:cNvSpPr/>
          <p:nvPr/>
        </p:nvSpPr>
        <p:spPr>
          <a:xfrm>
            <a:off x="3609966" y="3510260"/>
            <a:ext cx="215264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Apache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609966" y="3725996"/>
            <a:ext cx="21526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web server for static resources.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062644" y="2283349"/>
            <a:ext cx="2366981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&amp; STORAGE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6062644" y="285306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0" name="Text 17"/>
          <p:cNvSpPr/>
          <p:nvPr/>
        </p:nvSpPr>
        <p:spPr>
          <a:xfrm>
            <a:off x="6276956" y="2795913"/>
            <a:ext cx="215266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Samba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276956" y="3011649"/>
            <a:ext cx="21526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SMB/CIFS protocol for cross-platform file sharing.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6062644" y="356741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3" name="Text 20"/>
          <p:cNvSpPr/>
          <p:nvPr/>
        </p:nvSpPr>
        <p:spPr>
          <a:xfrm>
            <a:off x="6276956" y="3510260"/>
            <a:ext cx="215266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SQLite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276956" y="3725996"/>
            <a:ext cx="21526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relational database for local storage.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IMPLEMENTED SERVICES OVERVIEW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414588"/>
            <a:ext cx="18573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ANNOUNCEMENT SYSTEM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571500" y="295751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914650"/>
            <a:ext cx="1857375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Flask-based</a:t>
            </a: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 application.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571500" y="323611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193256"/>
            <a:ext cx="185737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updates for students.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368617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643313"/>
            <a:ext cx="185737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control for publishing/deleting.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728913" y="2414588"/>
            <a:ext cx="170021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FILE SHARING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2728913" y="295751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3" name="Text 10"/>
          <p:cNvSpPr/>
          <p:nvPr/>
        </p:nvSpPr>
        <p:spPr>
          <a:xfrm>
            <a:off x="2728913" y="2914650"/>
            <a:ext cx="170021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Samba</a:t>
            </a: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protocol integration.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728913" y="323611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5" name="Text 12"/>
          <p:cNvSpPr/>
          <p:nvPr/>
        </p:nvSpPr>
        <p:spPr>
          <a:xfrm>
            <a:off x="2728913" y="3193256"/>
            <a:ext cx="1700213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folder for all students.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2728913" y="368617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2728913" y="3643313"/>
            <a:ext cx="1700213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of lecture materials.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729163" y="2414588"/>
            <a:ext cx="170021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ASSIGNMENT SUBMISSION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729163" y="295751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0" name="Text 17"/>
          <p:cNvSpPr/>
          <p:nvPr/>
        </p:nvSpPr>
        <p:spPr>
          <a:xfrm>
            <a:off x="4729163" y="2914650"/>
            <a:ext cx="170021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upload interface.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4729163" y="323611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2" name="Text 19"/>
          <p:cNvSpPr/>
          <p:nvPr/>
        </p:nvSpPr>
        <p:spPr>
          <a:xfrm>
            <a:off x="4729163" y="3193256"/>
            <a:ext cx="170021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local storage.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729163" y="351472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4" name="Text 21"/>
          <p:cNvSpPr/>
          <p:nvPr/>
        </p:nvSpPr>
        <p:spPr>
          <a:xfrm>
            <a:off x="4729163" y="3471863"/>
            <a:ext cx="1700213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student file handling.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729413" y="2414588"/>
            <a:ext cx="170021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OFFLINE RESOURCES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6729413" y="295751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413" y="2914650"/>
            <a:ext cx="170021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</a:t>
            </a: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 server hosting.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6729413" y="323611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9" name="Text 26"/>
          <p:cNvSpPr/>
          <p:nvPr/>
        </p:nvSpPr>
        <p:spPr>
          <a:xfrm>
            <a:off x="6729413" y="3193256"/>
            <a:ext cx="170021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Browser-based access.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6729413" y="351472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31" name="Text 28"/>
          <p:cNvSpPr/>
          <p:nvPr/>
        </p:nvSpPr>
        <p:spPr>
          <a:xfrm>
            <a:off x="6729413" y="3471863"/>
            <a:ext cx="1700213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files available locally.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ANNOUNCEMENT SYSTEM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34896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STUDENT INTERFACE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433172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361735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access to campus updates.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571500" y="2863221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791783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view of all active announcements.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571500" y="3293269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221831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Chronological display of information.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571500" y="3723317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651879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via standard web browser.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571500" y="4367678"/>
            <a:ext cx="1689497" cy="20538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4367678"/>
            <a:ext cx="1689497" cy="20538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POWERED BY FLASK &amp; SQLITE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4572000" y="1649146"/>
            <a:ext cx="4572000" cy="34943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0" y="1649146"/>
            <a:ext cx="14288" cy="3494354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0" y="1934896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ADMINISTRATIVE CONTROL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857750" y="2433172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2361735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for authorized personnel.</a:t>
            </a:r>
            <a:endParaRPr lang="en-US" sz="1159" dirty="0"/>
          </a:p>
        </p:txBody>
      </p:sp>
      <p:sp>
        <p:nvSpPr>
          <p:cNvPr id="20" name="Shape 17"/>
          <p:cNvSpPr/>
          <p:nvPr/>
        </p:nvSpPr>
        <p:spPr>
          <a:xfrm>
            <a:off x="4857750" y="2863221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0" y="2791783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publish new announcements.</a:t>
            </a:r>
            <a:endParaRPr lang="en-US" sz="1159" dirty="0"/>
          </a:p>
        </p:txBody>
      </p:sp>
      <p:sp>
        <p:nvSpPr>
          <p:cNvPr id="22" name="Shape 19"/>
          <p:cNvSpPr/>
          <p:nvPr/>
        </p:nvSpPr>
        <p:spPr>
          <a:xfrm>
            <a:off x="4857750" y="3293269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0" y="3221831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management of existing posts.</a:t>
            </a:r>
            <a:endParaRPr lang="en-US" sz="1159" dirty="0"/>
          </a:p>
        </p:txBody>
      </p:sp>
      <p:sp>
        <p:nvSpPr>
          <p:cNvPr id="24" name="Shape 21"/>
          <p:cNvSpPr/>
          <p:nvPr/>
        </p:nvSpPr>
        <p:spPr>
          <a:xfrm>
            <a:off x="4857750" y="3723317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5" name="Text 22"/>
          <p:cNvSpPr/>
          <p:nvPr/>
        </p:nvSpPr>
        <p:spPr>
          <a:xfrm>
            <a:off x="4857750" y="3651879"/>
            <a:ext cx="371475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outdated or incorrect information.</a:t>
            </a:r>
            <a:endParaRPr lang="en-US" sz="11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FILE SHARING &amp; ASSIGNMENTS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66317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SAMBA FILE SHARING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464594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393156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 for lecture materials.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287178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800350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access for all student devices.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3278981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207544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folder structure for easy navigation.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368617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614738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local distribution of course content.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4307681"/>
            <a:ext cx="1321594" cy="233958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PROTOCOL: SMB/CIFS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572000" y="1680567"/>
            <a:ext cx="4572000" cy="34629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1680567"/>
            <a:ext cx="14288" cy="3462933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0" y="1966317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ASSIGNMENT SUBMISSION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4857750" y="2464594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0" y="2393156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Flask interface for file uploads.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57750" y="287178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0" y="2800350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storage on the Ubuntu server.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57750" y="3278981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0" y="3207544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file organization by student ID.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57750" y="368617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4" name="Text 21"/>
          <p:cNvSpPr/>
          <p:nvPr/>
        </p:nvSpPr>
        <p:spPr>
          <a:xfrm>
            <a:off x="4857750" y="3614738"/>
            <a:ext cx="371475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submission without internet access.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4307681"/>
            <a:ext cx="1746647" cy="233958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FRAMEWORK: FLASK (PYTHON)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0972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OFFLINE EDUCATIONAL RESOURCES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77553"/>
            <a:ext cx="523874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RESOURCE REPOSITORY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17583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104392"/>
            <a:ext cx="523874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Hosting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educational files on the Ubuntu server.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71500" y="260587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534441"/>
            <a:ext cx="523874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Browser-Based Access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easy retrieval without specialized software.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571500" y="3287381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215943"/>
            <a:ext cx="523874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Internet Dependency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ensuring materials are always available.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571500" y="3717429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645991"/>
            <a:ext cx="5238741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High-Speed Local Access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large multimedia or document files.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571500" y="4361790"/>
            <a:ext cx="1871663" cy="20538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4361790"/>
            <a:ext cx="1871663" cy="20538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POWERED BY APACHE WEB SERVER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095991" y="1391803"/>
            <a:ext cx="3047981" cy="37516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991" y="1391803"/>
            <a:ext cx="14288" cy="3751697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6381741" y="1677553"/>
            <a:ext cx="21907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IMPLEMENTATION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6381741" y="217583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9" name="Text 16"/>
          <p:cNvSpPr/>
          <p:nvPr/>
        </p:nvSpPr>
        <p:spPr>
          <a:xfrm>
            <a:off x="6381741" y="2104392"/>
            <a:ext cx="219073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file serving via Apache.</a:t>
            </a:r>
            <a:endParaRPr lang="en-US" sz="1159" dirty="0"/>
          </a:p>
        </p:txBody>
      </p:sp>
      <p:sp>
        <p:nvSpPr>
          <p:cNvPr id="20" name="Shape 17"/>
          <p:cNvSpPr/>
          <p:nvPr/>
        </p:nvSpPr>
        <p:spPr>
          <a:xfrm>
            <a:off x="6381741" y="285733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8"/>
          <p:cNvSpPr/>
          <p:nvPr/>
        </p:nvSpPr>
        <p:spPr>
          <a:xfrm>
            <a:off x="6381741" y="2785895"/>
            <a:ext cx="219073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 listing for easy navigation.</a:t>
            </a:r>
            <a:endParaRPr lang="en-US" sz="1159" dirty="0"/>
          </a:p>
        </p:txBody>
      </p:sp>
      <p:sp>
        <p:nvSpPr>
          <p:cNvPr id="22" name="Shape 19"/>
          <p:cNvSpPr/>
          <p:nvPr/>
        </p:nvSpPr>
        <p:spPr>
          <a:xfrm>
            <a:off x="6381741" y="353883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3" name="Text 20"/>
          <p:cNvSpPr/>
          <p:nvPr/>
        </p:nvSpPr>
        <p:spPr>
          <a:xfrm>
            <a:off x="6381741" y="3467398"/>
            <a:ext cx="219073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local network bandwidth.</a:t>
            </a:r>
            <a:endParaRPr lang="en-US" sz="1159" dirty="0"/>
          </a:p>
        </p:txBody>
      </p:sp>
      <p:sp>
        <p:nvSpPr>
          <p:cNvPr id="24" name="Shape 21"/>
          <p:cNvSpPr/>
          <p:nvPr/>
        </p:nvSpPr>
        <p:spPr>
          <a:xfrm>
            <a:off x="6381741" y="422033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5" name="Text 22"/>
          <p:cNvSpPr/>
          <p:nvPr/>
        </p:nvSpPr>
        <p:spPr>
          <a:xfrm>
            <a:off x="6381741" y="4148900"/>
            <a:ext cx="219073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read-only access for students.</a:t>
            </a:r>
            <a:endParaRPr lang="en-US" sz="115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FIREWALL &amp; SECURITY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77553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NETWORK SEGMENTATION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104392"/>
            <a:ext cx="353616" cy="205383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104392"/>
            <a:ext cx="353616" cy="20538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LAN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028700" y="2104392"/>
            <a:ext cx="535781" cy="205383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1028700" y="2104392"/>
            <a:ext cx="535781" cy="20538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SERVER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1668066" y="2104392"/>
            <a:ext cx="353616" cy="205383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1668066" y="2104392"/>
            <a:ext cx="353616" cy="20538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WAN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71500" y="266696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595525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Isolation: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Strict separation between student and server networks.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571500" y="334846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277028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Access: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 only allowed through defined entry points.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71500" y="402996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958530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 Management: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Internet access disabled by default for security.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4572000" y="1391803"/>
            <a:ext cx="4572000" cy="37516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1391803"/>
            <a:ext cx="14288" cy="3751697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1677553"/>
            <a:ext cx="37147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SECURITY ENFORCEMENT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857750" y="2175830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0" y="2104392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Forwarding Rules: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Explicitly defined paths for service access.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4857750" y="2857333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0" y="2785895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Filtering: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necessary ports (HTTP, SMB) are open.</a:t>
            </a:r>
            <a:endParaRPr lang="en-US" sz="1090" dirty="0"/>
          </a:p>
        </p:txBody>
      </p:sp>
      <p:sp>
        <p:nvSpPr>
          <p:cNvPr id="24" name="Shape 21"/>
          <p:cNvSpPr/>
          <p:nvPr/>
        </p:nvSpPr>
        <p:spPr>
          <a:xfrm>
            <a:off x="4857750" y="3538835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5" name="Text 22"/>
          <p:cNvSpPr/>
          <p:nvPr/>
        </p:nvSpPr>
        <p:spPr>
          <a:xfrm>
            <a:off x="4857750" y="3467398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Communication: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Enforced policies for inter-network traffic.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4857750" y="4220338"/>
            <a:ext cx="85725" cy="85725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7" name="Text 24"/>
          <p:cNvSpPr/>
          <p:nvPr/>
        </p:nvSpPr>
        <p:spPr>
          <a:xfrm>
            <a:off x="4857750" y="4148900"/>
            <a:ext cx="37147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WAN:</a:t>
            </a:r>
            <a:r>
              <a:rPr lang="en-US" sz="1159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Internet enabled only for updates or specific needs.</a:t>
            </a:r>
            <a:endParaRPr lang="en-US" sz="10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CHALLENGES &amp; CONCLUSION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194415"/>
            <a:ext cx="2524116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CHALLENGES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271412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671260"/>
            <a:ext cx="2524116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routing complexities between zones.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71500" y="316417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121316"/>
            <a:ext cx="2524116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rule misconfigurations.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344278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3399923"/>
            <a:ext cx="2524116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resolution and hostname issues.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3721391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678529"/>
            <a:ext cx="2524116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Samba authentication and permissions.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395653" y="2194415"/>
            <a:ext cx="2366953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SOLUTIONS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3395653" y="2714123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5" name="Text 12"/>
          <p:cNvSpPr/>
          <p:nvPr/>
        </p:nvSpPr>
        <p:spPr>
          <a:xfrm>
            <a:off x="3395653" y="2671260"/>
            <a:ext cx="236695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correction of routing tables.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3395653" y="2992729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3395653" y="2949866"/>
            <a:ext cx="236695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firewall forwarding policies.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3395653" y="3271335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19" name="Text 16"/>
          <p:cNvSpPr/>
          <p:nvPr/>
        </p:nvSpPr>
        <p:spPr>
          <a:xfrm>
            <a:off x="3395653" y="3228473"/>
            <a:ext cx="236695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DNS configuration on server.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3395653" y="3549941"/>
            <a:ext cx="71438" cy="71438"/>
          </a:xfrm>
          <a:prstGeom prst="rect">
            <a:avLst/>
          </a:prstGeom>
          <a:solidFill>
            <a:srgbClr val="003E6B"/>
          </a:solidFill>
          <a:ln/>
        </p:spPr>
      </p:sp>
      <p:sp>
        <p:nvSpPr>
          <p:cNvPr id="21" name="Text 18"/>
          <p:cNvSpPr/>
          <p:nvPr/>
        </p:nvSpPr>
        <p:spPr>
          <a:xfrm>
            <a:off x="3395653" y="3507079"/>
            <a:ext cx="2366953" cy="17145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Adjusted Samba security settings.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062644" y="2194415"/>
            <a:ext cx="2366981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CONCLUSION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6062644" y="2671260"/>
            <a:ext cx="23669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demonstrates a functional, independent intranet system.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062644" y="3395569"/>
            <a:ext cx="2366981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proves that essential services can be delivered efficiently without public internet access.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6062644" y="4022434"/>
            <a:ext cx="2366981" cy="29110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6" name="Text 23"/>
          <p:cNvSpPr/>
          <p:nvPr/>
        </p:nvSpPr>
        <p:spPr>
          <a:xfrm>
            <a:off x="6062644" y="4022434"/>
            <a:ext cx="2366981" cy="291108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0F4F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STATUS: SUCCESSFUL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2026-04-17T12:18:44Z</dcterms:created>
  <dcterms:modified xsi:type="dcterms:W3CDTF">2026-04-17T12:18:44Z</dcterms:modified>
</cp:coreProperties>
</file>